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692"/>
  </p:normalViewPr>
  <p:slideViewPr>
    <p:cSldViewPr snapToGrid="0">
      <p:cViewPr varScale="1">
        <p:scale>
          <a:sx n="114" d="100"/>
          <a:sy n="114" d="100"/>
        </p:scale>
        <p:origin x="5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3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3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3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3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3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E08E-6041-7700-91A1-08BC14D6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ChickMic Fashion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D118-9448-CDF8-E4D4-7E1718324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Online Fashion Shopping Platform
</a:t>
            </a:r>
          </a:p>
          <a:p>
            <a:r>
              <a:rPr lang="en-US" sz="1350"/>
              <a:t>Latest Fashion Trends</a:t>
            </a:r>
          </a:p>
        </p:txBody>
      </p:sp>
    </p:spTree>
    <p:extLst>
      <p:ext uri="{BB962C8B-B14F-4D97-AF65-F5344CB8AC3E}">
        <p14:creationId xmlns:p14="http://schemas.microsoft.com/office/powerpoint/2010/main" val="316938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F7DA-94F1-5B46-C16D-8B742C53B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F73C1-BEAB-5D1B-8556-40F11EF51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ChickMic Fashion is an online fashion shopping platform.
</a:t>
            </a:r>
          </a:p>
          <a:p>
            <a:r>
              <a:rPr lang="en-US" sz="1350"/>
              <a:t>• Users can discover latest fashion trends.
</a:t>
            </a:r>
          </a:p>
          <a:p>
            <a:r>
              <a:rPr lang="en-US" sz="1350"/>
              <a:t>• Fast and user-friendly shopping experience.
</a:t>
            </a:r>
          </a:p>
          <a:p>
            <a:r>
              <a:rPr lang="en-US" sz="1350"/>
              <a:t>• Secure purchasing system.</a:t>
            </a:r>
          </a:p>
        </p:txBody>
      </p:sp>
    </p:spTree>
    <p:extLst>
      <p:ext uri="{BB962C8B-B14F-4D97-AF65-F5344CB8AC3E}">
        <p14:creationId xmlns:p14="http://schemas.microsoft.com/office/powerpoint/2010/main" val="279044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13ED-4579-4F4B-D692-CDCE6B95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2C96F-E021-6893-7644-0D213A0CF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Difficulty finding latest trends quickly.
</a:t>
            </a:r>
          </a:p>
          <a:p>
            <a:r>
              <a:rPr lang="en-US" sz="1350"/>
              <a:t>• Time-consuming shopping process.
</a:t>
            </a:r>
          </a:p>
          <a:p>
            <a:r>
              <a:rPr lang="en-US" sz="1350"/>
              <a:t>• Poor personalization in existing systems.
</a:t>
            </a:r>
          </a:p>
          <a:p>
            <a:r>
              <a:rPr lang="en-US" sz="1350"/>
              <a:t>• Complex interfaces.</a:t>
            </a:r>
          </a:p>
        </p:txBody>
      </p:sp>
    </p:spTree>
    <p:extLst>
      <p:ext uri="{BB962C8B-B14F-4D97-AF65-F5344CB8AC3E}">
        <p14:creationId xmlns:p14="http://schemas.microsoft.com/office/powerpoint/2010/main" val="225348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3F82-486F-1A9B-4F21-987B0EF8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1E55E-AE37-EFF3-CBEE-8A4A4F9AE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Online fashion product browsing.
</a:t>
            </a:r>
          </a:p>
          <a:p>
            <a:r>
              <a:rPr lang="en-US" sz="1350"/>
              <a:t>• Personalized recommendations.
</a:t>
            </a:r>
          </a:p>
          <a:p>
            <a:r>
              <a:rPr lang="en-US" sz="1350"/>
              <a:t>• Fast checkout system.
</a:t>
            </a:r>
          </a:p>
          <a:p>
            <a:r>
              <a:rPr lang="en-US" sz="1350"/>
              <a:t>• Easy navigation interface.</a:t>
            </a:r>
          </a:p>
        </p:txBody>
      </p:sp>
    </p:spTree>
    <p:extLst>
      <p:ext uri="{BB962C8B-B14F-4D97-AF65-F5344CB8AC3E}">
        <p14:creationId xmlns:p14="http://schemas.microsoft.com/office/powerpoint/2010/main" val="9757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6983-EF17-7924-5071-C5EB33EA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Features of ChickMic Fashion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7643C-0BF9-5921-181B-E464B2F6F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User Registration &amp; Login
</a:t>
            </a:r>
          </a:p>
          <a:p>
            <a:r>
              <a:rPr lang="en-US" sz="1350"/>
              <a:t>• Product Search
</a:t>
            </a:r>
          </a:p>
          <a:p>
            <a:r>
              <a:rPr lang="en-US" sz="1350"/>
              <a:t>• Add to Cart
</a:t>
            </a:r>
          </a:p>
          <a:p>
            <a:r>
              <a:rPr lang="en-US" sz="1350"/>
              <a:t>• Wishlist
</a:t>
            </a:r>
          </a:p>
          <a:p>
            <a:r>
              <a:rPr lang="en-US" sz="1350"/>
              <a:t>• Secure Checkout</a:t>
            </a:r>
          </a:p>
        </p:txBody>
      </p:sp>
    </p:spTree>
    <p:extLst>
      <p:ext uri="{BB962C8B-B14F-4D97-AF65-F5344CB8AC3E}">
        <p14:creationId xmlns:p14="http://schemas.microsoft.com/office/powerpoint/2010/main" val="23255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8325-8E3D-5AAD-4098-892CE28C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61892-CBE4-36EF-0ED9-5F42FB455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350"/>
              <a:t>Frontend:
</a:t>
            </a:r>
          </a:p>
          <a:p>
            <a:r>
              <a:rPr lang="en-US" sz="1350"/>
              <a:t>• React.js
</a:t>
            </a:r>
          </a:p>
          <a:p>
            <a:r>
              <a:rPr lang="en-US" sz="1350"/>
              <a:t>• Tailwind CSS
</a:t>
            </a:r>
          </a:p>
          <a:p>
            <a:endParaRPr lang="en-US" sz="1350"/>
          </a:p>
          <a:p>
            <a:r>
              <a:rPr lang="en-US" sz="1350"/>
              <a:t>Backend:
</a:t>
            </a:r>
          </a:p>
          <a:p>
            <a:r>
              <a:rPr lang="en-US" sz="1350"/>
              <a:t>• Node.js
</a:t>
            </a:r>
          </a:p>
          <a:p>
            <a:r>
              <a:rPr lang="en-US" sz="1350"/>
              <a:t>• Express.js
</a:t>
            </a:r>
          </a:p>
          <a:p>
            <a:endParaRPr lang="en-US" sz="1350"/>
          </a:p>
          <a:p>
            <a:r>
              <a:rPr lang="en-US" sz="1350"/>
              <a:t>Database:
</a:t>
            </a:r>
          </a:p>
          <a:p>
            <a:r>
              <a:rPr lang="en-US" sz="1350"/>
              <a:t>• MongoDB</a:t>
            </a:r>
          </a:p>
        </p:txBody>
      </p:sp>
    </p:spTree>
    <p:extLst>
      <p:ext uri="{BB962C8B-B14F-4D97-AF65-F5344CB8AC3E}">
        <p14:creationId xmlns:p14="http://schemas.microsoft.com/office/powerpoint/2010/main" val="3245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349B-CF4C-32C7-47DD-CC5723EA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AEBF0-F7CC-26DD-5ECC-EC0A6ACC5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Frontend communicates with backend APIs.
</a:t>
            </a:r>
          </a:p>
          <a:p>
            <a:r>
              <a:rPr lang="en-US" sz="1350"/>
              <a:t>• Backend handles user authentication.
</a:t>
            </a:r>
          </a:p>
          <a:p>
            <a:r>
              <a:rPr lang="en-US" sz="1350"/>
              <a:t>• Database stores user and product data.
</a:t>
            </a:r>
          </a:p>
          <a:p>
            <a:r>
              <a:rPr lang="en-US" sz="1350"/>
              <a:t>• Cloud deployment for hosting.</a:t>
            </a:r>
          </a:p>
        </p:txBody>
      </p:sp>
    </p:spTree>
    <p:extLst>
      <p:ext uri="{BB962C8B-B14F-4D97-AF65-F5344CB8AC3E}">
        <p14:creationId xmlns:p14="http://schemas.microsoft.com/office/powerpoint/2010/main" val="141565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4510-D459-C78E-275C-2BD57340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3D317-3F39-BCC0-3881-6F8965081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User Module
</a:t>
            </a:r>
          </a:p>
          <a:p>
            <a:r>
              <a:rPr lang="en-US" sz="1350"/>
              <a:t>• Product Module
</a:t>
            </a:r>
          </a:p>
          <a:p>
            <a:r>
              <a:rPr lang="en-US" sz="1350"/>
              <a:t>• Cart Module
</a:t>
            </a:r>
          </a:p>
          <a:p>
            <a:r>
              <a:rPr lang="en-US" sz="1350"/>
              <a:t>• Payment Module
</a:t>
            </a:r>
          </a:p>
          <a:p>
            <a:r>
              <a:rPr lang="en-US" sz="1350"/>
              <a:t>• Admin Module</a:t>
            </a:r>
          </a:p>
        </p:txBody>
      </p:sp>
    </p:spTree>
    <p:extLst>
      <p:ext uri="{BB962C8B-B14F-4D97-AF65-F5344CB8AC3E}">
        <p14:creationId xmlns:p14="http://schemas.microsoft.com/office/powerpoint/2010/main" val="204695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68E1-9D01-CA02-FAC7-E4C97AFC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35153-107B-9122-4D7B-3157DFEC5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Saves user time
</a:t>
            </a:r>
          </a:p>
          <a:p>
            <a:r>
              <a:rPr lang="en-US" sz="1350"/>
              <a:t>• Fast shopping experience
</a:t>
            </a:r>
          </a:p>
          <a:p>
            <a:r>
              <a:rPr lang="en-US" sz="1350"/>
              <a:t>• Better recommendations
</a:t>
            </a:r>
          </a:p>
          <a:p>
            <a:r>
              <a:rPr lang="en-US" sz="1350"/>
              <a:t>• Easy accessibility</a:t>
            </a:r>
          </a:p>
        </p:txBody>
      </p:sp>
    </p:spTree>
    <p:extLst>
      <p:ext uri="{BB962C8B-B14F-4D97-AF65-F5344CB8AC3E}">
        <p14:creationId xmlns:p14="http://schemas.microsoft.com/office/powerpoint/2010/main" val="361049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2697-4B4F-EEC4-3AAF-B2464631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A26F-A0C6-CB04-8EF5-590507636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AI-based recommendations
</a:t>
            </a:r>
          </a:p>
          <a:p>
            <a:r>
              <a:rPr lang="en-US" sz="1350"/>
              <a:t>• Mobile Application
</a:t>
            </a:r>
          </a:p>
          <a:p>
            <a:r>
              <a:rPr lang="en-US" sz="1350"/>
              <a:t>• Voice Search
</a:t>
            </a:r>
          </a:p>
          <a:p>
            <a:r>
              <a:rPr lang="en-US" sz="1350"/>
              <a:t>• Multi-language support</a:t>
            </a:r>
          </a:p>
        </p:txBody>
      </p:sp>
    </p:spTree>
    <p:extLst>
      <p:ext uri="{BB962C8B-B14F-4D97-AF65-F5344CB8AC3E}">
        <p14:creationId xmlns:p14="http://schemas.microsoft.com/office/powerpoint/2010/main" val="327571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7601-637F-4664-4FC6-B1A840F7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b="1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E57A8-1C2B-3DE7-7F1E-D81B9A8C1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350"/>
              <a:t>• ChickMic Fashion simplifies online shopping.
</a:t>
            </a:r>
          </a:p>
          <a:p>
            <a:r>
              <a:rPr lang="en-US" sz="1350"/>
              <a:t>• Provides latest trends with fast access.
</a:t>
            </a:r>
          </a:p>
          <a:p>
            <a:r>
              <a:rPr lang="en-US" sz="1350"/>
              <a:t>• Improves customer shopping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266410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268</Words>
  <Application>Microsoft Macintosh PowerPoint</Application>
  <PresentationFormat>On-screen Show (4:3)</PresentationFormat>
  <Paragraphs>62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ChickMic Fashion</vt:lpstr>
      <vt:lpstr>Introduction</vt:lpstr>
      <vt:lpstr>Problem Statement</vt:lpstr>
      <vt:lpstr>Proposed Solution</vt:lpstr>
      <vt:lpstr>Features of ChickMic Fashion</vt:lpstr>
      <vt:lpstr>Technology Stack</vt:lpstr>
      <vt:lpstr>System Architecture</vt:lpstr>
      <vt:lpstr>Modules</vt:lpstr>
      <vt:lpstr>Advantages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9800</cp:lastModifiedBy>
  <cp:revision>3</cp:revision>
  <dcterms:modified xsi:type="dcterms:W3CDTF">2026-05-16T08:26:54Z</dcterms:modified>
</cp:coreProperties>
</file>